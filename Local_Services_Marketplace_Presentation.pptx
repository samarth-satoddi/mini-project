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645920" cy="3200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Local Services Marketplace</a:t>
            </a:r>
          </a:p>
          <a:p>
            <a:pPr>
              <a:defRPr sz="2000">
                <a:solidFill>
                  <a:srgbClr val="0EA5E9"/>
                </a:solidFill>
                <a:latin typeface="Calibri"/>
              </a:defRPr>
            </a:pPr>
            <a:r>
              <a:t>A Full-Stack MERN On-Demand Service Discovery &amp; Appointment Booking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91840"/>
            <a:ext cx="201168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React 19 + Vite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360" y="3291840"/>
            <a:ext cx="201168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Node.js + Express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3291840"/>
            <a:ext cx="201168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MongoDB Atlas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3291840"/>
            <a:ext cx="201168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JWT Security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3291840"/>
            <a:ext cx="201168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Cloud Hosted on Vercel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80"/>
            <a:ext cx="10728655" cy="1645920"/>
          </a:xfrm>
          <a:prstGeom prst="roundRect">
            <a:avLst/>
          </a:prstGeom>
          <a:solidFill>
            <a:srgbClr val="18213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74320"/>
          <a:lstStyle/>
          <a:p>
            <a:pPr algn="ctr">
              <a:defRPr sz="1500" b="1">
                <a:solidFill>
                  <a:srgbClr val="10B981"/>
                </a:solidFill>
                <a:latin typeface="Calibri"/>
              </a:defRPr>
            </a:pPr>
            <a:r>
              <a:t>Key Project Highlights: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✓ 102+ Real-World Providers populated across 10 Indian States &amp; Metropolitan Cities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✓ Dual-Role Portals: Customer Booking System &amp; Provider Availability Dashboard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✓ Production Ready: Fully deployed on Vercel with MongoDB Atlas Cloud Database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BACKGROUND &amp;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Problem Statement &amp; Industry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Local Services Marketplace • MERN Stack Mini Project • Live on Vercel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29000" cy="43891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20040"/>
          <a:lstStyle/>
          <a:p>
            <a:pPr algn="ctr">
              <a:defRPr sz="1700" b="1">
                <a:solidFill>
                  <a:srgbClr val="0F172A"/>
                </a:solidFill>
                <a:latin typeface="Calibri"/>
              </a:defRPr>
            </a:pPr>
            <a:r>
              <a:t>Fragmented Local Market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• Home services (electricians, plumbers, tutors, cleaners) operate via word-of-mouth without transparent pricing.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• Customers struggle to find verified, trustworthy professionals nearby with immediate availability.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• Quality and dependability vary drastically with no historical review mechanism.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3429000" cy="9144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429000" cy="43891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20040"/>
          <a:lstStyle/>
          <a:p>
            <a:pPr algn="ctr">
              <a:defRPr sz="1700" b="1">
                <a:solidFill>
                  <a:srgbClr val="0F172A"/>
                </a:solidFill>
                <a:latin typeface="Calibri"/>
              </a:defRPr>
            </a:pPr>
            <a:r>
              <a:t>Scheduling Inefficiencies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• Traditional phone calls lead to booking conflicts, unconfirmed dates, and lost customer requests.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• No real-time visibility into open time slots or provider schedule availability.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• Appointment updates, cancellations, and status tracking are completely manual.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645920"/>
            <a:ext cx="3429000" cy="914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429000" cy="43891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20040"/>
          <a:lstStyle/>
          <a:p>
            <a:pPr algn="ctr">
              <a:defRPr sz="1700" b="1">
                <a:solidFill>
                  <a:srgbClr val="0F172A"/>
                </a:solidFill>
                <a:latin typeface="Calibri"/>
              </a:defRPr>
            </a:pPr>
            <a:r>
              <a:t>Need for Digital Empowerment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• Local gig workers lack modern digital tools to showcase expertise, manage bookings, and grow revenue.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• Need for a unified, location-aware platform bridging urban and semi-urban service demand seamlessly.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645920"/>
            <a:ext cx="3429000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OBJECTIVES &amp;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Proposed Solution &amp; 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Local Services Marketplace • MERN Stack Mini Project • Live on Vercel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5780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51560" rIns="274320" tIns="274320"/>
          <a:lstStyle/>
          <a:p>
            <a:pPr algn="ctr">
              <a:defRPr sz="1700" b="1">
                <a:solidFill>
                  <a:srgbClr val="0F172A"/>
                </a:solidFill>
                <a:latin typeface="Calibri"/>
              </a:defRPr>
            </a:pPr>
            <a:r>
              <a:t>Hyperlocal Service Directory</a:t>
            </a:r>
          </a:p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Search, filter, and discover verified service providers categorized by state, city, service type, rating, and hourly rate.</a:t>
            </a:r>
          </a:p>
        </p:txBody>
      </p:sp>
      <p:sp>
        <p:nvSpPr>
          <p:cNvPr id="8" name="Oval 7"/>
          <p:cNvSpPr/>
          <p:nvPr/>
        </p:nvSpPr>
        <p:spPr>
          <a:xfrm>
            <a:off x="1005840" y="1965960"/>
            <a:ext cx="594360" cy="59436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45920"/>
            <a:ext cx="525780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51560" rIns="274320" tIns="274320"/>
          <a:lstStyle/>
          <a:p>
            <a:pPr algn="ctr">
              <a:defRPr sz="1700" b="1">
                <a:solidFill>
                  <a:srgbClr val="0F172A"/>
                </a:solidFill>
                <a:latin typeface="Calibri"/>
              </a:defRPr>
            </a:pPr>
            <a:r>
              <a:t>Dual-Role Authentication</a:t>
            </a:r>
          </a:p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Dedicated security architecture for Customers and Providers with JWT tokens and bcrypt password hashing.</a:t>
            </a:r>
          </a:p>
        </p:txBody>
      </p:sp>
      <p:sp>
        <p:nvSpPr>
          <p:cNvPr id="10" name="Oval 9"/>
          <p:cNvSpPr/>
          <p:nvPr/>
        </p:nvSpPr>
        <p:spPr>
          <a:xfrm>
            <a:off x="6446520" y="1965960"/>
            <a:ext cx="594360" cy="594360"/>
          </a:xfrm>
          <a:prstGeom prst="ellipse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25780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51560" rIns="274320" tIns="274320"/>
          <a:lstStyle/>
          <a:p>
            <a:pPr algn="ctr">
              <a:defRPr sz="1700" b="1">
                <a:solidFill>
                  <a:srgbClr val="0F172A"/>
                </a:solidFill>
                <a:latin typeface="Calibri"/>
              </a:defRPr>
            </a:pPr>
            <a:r>
              <a:t>Interactive Slot Booking</a:t>
            </a:r>
          </a:p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Real-time calendar slot reservation preventing double bookings with instant appointment confirmations.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4251960"/>
            <a:ext cx="594360" cy="59436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931920"/>
            <a:ext cx="525780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51560" rIns="274320" tIns="274320"/>
          <a:lstStyle/>
          <a:p>
            <a:pPr algn="ctr">
              <a:defRPr sz="1700" b="1">
                <a:solidFill>
                  <a:srgbClr val="0F172A"/>
                </a:solidFill>
                <a:latin typeface="Calibri"/>
              </a:defRPr>
            </a:pPr>
            <a:r>
              <a:t>Provider Control Center</a:t>
            </a:r>
          </a:p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Dedicated dashboard allowing technicians to add open slots, approve/reject bookings, mark jobs completed, and edit profile.</a:t>
            </a:r>
          </a:p>
        </p:txBody>
      </p:sp>
      <p:sp>
        <p:nvSpPr>
          <p:cNvPr id="14" name="Oval 13"/>
          <p:cNvSpPr/>
          <p:nvPr/>
        </p:nvSpPr>
        <p:spPr>
          <a:xfrm>
            <a:off x="6446520" y="4251960"/>
            <a:ext cx="594360" cy="594360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TECHNICAL SPECIFICATIONS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System Architecture &amp; 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Local Services Marketplace • MERN Stack Mini Project • Live on Vercel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29000" cy="43891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097280"/>
          <a:lstStyle/>
          <a:p>
            <a:pPr algn="ctr"/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• React Router DOM for seamless Single Page Application navigation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• Modern Vanilla CSS responsive grid &amp; flexbox design system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• Context API (`AuthContext`) for global JWT session &amp; user state management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• Centralized API configuration dynamically switching between local &amp; cloud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1874519"/>
            <a:ext cx="2880360" cy="64008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Frontend Tier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React 19 &amp; Vite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429000" cy="43891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097280"/>
          <a:lstStyle/>
          <a:p>
            <a:pPr algn="ctr"/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• Clean modular routing: `/api/providers`, `/api/bookings`, `/api/auth`, `/api/reviews`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• Stateless JWT authentication &amp; custom role-verification middleware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• Optimized Mongoose connection caching engineered for serverless execution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• Dynamic CORS supporting local dev and Vercel production domains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874519"/>
            <a:ext cx="2880360" cy="64008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Backend REST API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Node.js &amp; Express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429000" cy="43891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097280"/>
          <a:lstStyle/>
          <a:p>
            <a:pPr algn="ctr"/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• MongoDB Atlas multi-region cloud cluster with 102+ seeded provider records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• Mongoose schemas with indexes, pre-save hooks, and relationship population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• Hosted live on Vercel Edge Serverless functions with automatic HTTPS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• Sub-200ms API response time and 99.9% uptime SLA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874519"/>
            <a:ext cx="2880360" cy="640080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Database &amp; Cloud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MongoDB Atlas &amp; Vercel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DATABASE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Database Schema &amp; Real-World 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Local Services Marketplace • MERN Stack Mini Project • Live on Vercel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57800" cy="43891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20040" rIns="274320"/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t>Key Data Collections &amp; Models</a:t>
            </a:r>
          </a:p>
          <a:p>
            <a:pPr>
              <a:defRPr sz="1300" b="1">
                <a:solidFill>
                  <a:srgbClr val="2563EB"/>
                </a:solidFill>
                <a:latin typeface="Calibri"/>
              </a:defRPr>
            </a:pPr>
            <a:r>
              <a:t>▸ Provider Model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Name, Category, State, City, Hourly Rate, Phone, Email, Availability Slots [Date, Time, IsAvailable], Verification Status ('approved'/'pending')</a:t>
            </a:r>
          </a:p>
          <a:p>
            <a:pPr>
              <a:defRPr sz="1300" b="1">
                <a:solidFill>
                  <a:srgbClr val="2563EB"/>
                </a:solidFill>
                <a:latin typeface="Calibri"/>
              </a:defRPr>
            </a:pPr>
            <a:r>
              <a:t>▸ Booking Model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Customer Name, Email, Provider ID, Service Name, Appointment Date, Time Window, Lifecycle Status ('pending', 'confirmed', 'completed', 'cancelled'), Notes</a:t>
            </a:r>
          </a:p>
          <a:p>
            <a:pPr>
              <a:defRPr sz="1300" b="1">
                <a:solidFill>
                  <a:srgbClr val="2563EB"/>
                </a:solidFill>
                <a:latin typeface="Calibri"/>
              </a:defRPr>
            </a:pPr>
            <a:r>
              <a:t>▸ User Model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Role ('customer', 'provider'), Name, Email, Hashed Password (bcrypt), Timestamp</a:t>
            </a:r>
          </a:p>
          <a:p>
            <a:pPr>
              <a:defRPr sz="1300" b="1">
                <a:solidFill>
                  <a:srgbClr val="2563EB"/>
                </a:solidFill>
                <a:latin typeface="Calibri"/>
              </a:defRPr>
            </a:pPr>
            <a:r>
              <a:t>▸ Review Model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Provider ID, Customer Name, Star Rating (1-5), Comment, Created Date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42255" cy="43891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20040" rIns="274320"/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t>102 Real-World Providers in MongoDB Atlas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Structured across 10 Indian States &amp; Metropolitan Cities:</a:t>
            </a:r>
          </a:p>
          <a:p>
            <a:pPr>
              <a:defRPr sz="1100">
                <a:solidFill>
                  <a:srgbClr val="0F172A"/>
                </a:solidFill>
                <a:latin typeface="Calibri"/>
              </a:defRPr>
            </a:pPr>
            <a:r>
              <a:t>• 1. Karnataka → Bangalore (10 Providers)</a:t>
            </a:r>
          </a:p>
          <a:p>
            <a:pPr>
              <a:defRPr sz="1100">
                <a:solidFill>
                  <a:srgbClr val="0F172A"/>
                </a:solidFill>
                <a:latin typeface="Calibri"/>
              </a:defRPr>
            </a:pPr>
            <a:r>
              <a:t>• 2. Maharashtra → Mumbai (10 Providers)</a:t>
            </a:r>
          </a:p>
          <a:p>
            <a:pPr>
              <a:defRPr sz="1100">
                <a:solidFill>
                  <a:srgbClr val="0F172A"/>
                </a:solidFill>
                <a:latin typeface="Calibri"/>
              </a:defRPr>
            </a:pPr>
            <a:r>
              <a:t>• 3. Telangana → Hyderabad (10 Providers)</a:t>
            </a:r>
          </a:p>
          <a:p>
            <a:pPr>
              <a:defRPr sz="1100">
                <a:solidFill>
                  <a:srgbClr val="0F172A"/>
                </a:solidFill>
                <a:latin typeface="Calibri"/>
              </a:defRPr>
            </a:pPr>
            <a:r>
              <a:t>• 4. Tamil Nadu → Chennai (10 Providers)</a:t>
            </a:r>
          </a:p>
          <a:p>
            <a:pPr>
              <a:defRPr sz="1100">
                <a:solidFill>
                  <a:srgbClr val="0F172A"/>
                </a:solidFill>
                <a:latin typeface="Calibri"/>
              </a:defRPr>
            </a:pPr>
            <a:r>
              <a:t>• 5. Kerala → Kochi (10 Providers)</a:t>
            </a:r>
          </a:p>
          <a:p>
            <a:pPr>
              <a:defRPr sz="1100">
                <a:solidFill>
                  <a:srgbClr val="0F172A"/>
                </a:solidFill>
                <a:latin typeface="Calibri"/>
              </a:defRPr>
            </a:pPr>
            <a:r>
              <a:t>• 6. Gujarat → Ahmedabad (10 Providers)</a:t>
            </a:r>
          </a:p>
          <a:p>
            <a:pPr>
              <a:defRPr sz="1100">
                <a:solidFill>
                  <a:srgbClr val="0F172A"/>
                </a:solidFill>
                <a:latin typeface="Calibri"/>
              </a:defRPr>
            </a:pPr>
            <a:r>
              <a:t>• 7. Rajasthan → Jaipur (10 Providers)</a:t>
            </a:r>
          </a:p>
          <a:p>
            <a:pPr>
              <a:defRPr sz="1100">
                <a:solidFill>
                  <a:srgbClr val="0F172A"/>
                </a:solidFill>
                <a:latin typeface="Calibri"/>
              </a:defRPr>
            </a:pPr>
            <a:r>
              <a:t>• 8. West Bengal → Kolkata (10 Providers)</a:t>
            </a:r>
          </a:p>
          <a:p>
            <a:pPr>
              <a:defRPr sz="1100">
                <a:solidFill>
                  <a:srgbClr val="0F172A"/>
                </a:solidFill>
                <a:latin typeface="Calibri"/>
              </a:defRPr>
            </a:pPr>
            <a:r>
              <a:t>• 9. Uttar Pradesh → Lucknow (10 Providers)</a:t>
            </a:r>
          </a:p>
          <a:p>
            <a:pPr>
              <a:defRPr sz="1100">
                <a:solidFill>
                  <a:srgbClr val="0F172A"/>
                </a:solidFill>
                <a:latin typeface="Calibri"/>
              </a:defRPr>
            </a:pPr>
            <a:r>
              <a:t>• 10. Andhra Pradesh → Vijayawada (10 Providers)</a:t>
            </a:r>
          </a:p>
          <a:p>
            <a:pPr>
              <a:defRPr sz="1100" b="1">
                <a:solidFill>
                  <a:srgbClr val="10B981"/>
                </a:solidFill>
                <a:latin typeface="Calibri"/>
              </a:defRPr>
            </a:pPr>
            <a:r>
              <a:t>Services: Electrician, Plumber, Tutor, Cleaner, Carpenter, Painter, Appliance Repair, Pest Control, Mechanic, Beautician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Core Functional Modules &amp; User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Local Services Marketplace • MERN Stack Mini Project • Live on Vercel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2900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500" b="1">
                <a:solidFill>
                  <a:srgbClr val="0F172A"/>
                </a:solidFill>
                <a:latin typeface="Calibri"/>
              </a:defRPr>
            </a:pPr>
            <a:r>
              <a:t>1. Discovery &amp; Search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Intuitive search bar with instant state, city, and service filtering across 102 providers with real-time ratings and rates.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3429000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42900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500" b="1">
                <a:solidFill>
                  <a:srgbClr val="0F172A"/>
                </a:solidFill>
                <a:latin typeface="Calibri"/>
              </a:defRPr>
            </a:pPr>
            <a:r>
              <a:t>2. Appointment Booking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Customers choose available dates and bookable time slots. Prevents double-booking and sends request directly to provider.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645920"/>
            <a:ext cx="3429000" cy="73152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42900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500" b="1">
                <a:solidFill>
                  <a:srgbClr val="0F172A"/>
                </a:solidFill>
                <a:latin typeface="Calibri"/>
              </a:defRPr>
            </a:pPr>
            <a:r>
              <a:t>3. Role-Based Auth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Dual authentication portal for Customers &amp; Providers. Secure password hashing with bcryptjs &amp; JWT session persistence.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645920"/>
            <a:ext cx="3429000" cy="73152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342900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500" b="1">
                <a:solidFill>
                  <a:srgbClr val="0F172A"/>
                </a:solidFill>
                <a:latin typeface="Calibri"/>
              </a:defRPr>
            </a:pPr>
            <a:r>
              <a:t>4. Provider Dashboard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Providers view incoming requests, confirm or cancel appointments, mark jobs completed, and dynamically manage bookable slots.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931920"/>
            <a:ext cx="3429000" cy="731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89120" y="3931920"/>
            <a:ext cx="342900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500" b="1">
                <a:solidFill>
                  <a:srgbClr val="0F172A"/>
                </a:solidFill>
                <a:latin typeface="Calibri"/>
              </a:defRPr>
            </a:pPr>
            <a:r>
              <a:t>5. Booking Lifecycle &amp; Edit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Full lifecycle states: Pending ➜ Confirmed ➜ Completed / Cancelled. Customers can reschedule and update appointment notes.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3931920"/>
            <a:ext cx="3429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46720" y="3931920"/>
            <a:ext cx="342900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500" b="1">
                <a:solidFill>
                  <a:srgbClr val="0F172A"/>
                </a:solidFill>
                <a:latin typeface="Calibri"/>
              </a:defRPr>
            </a:pPr>
            <a:r>
              <a:t>6. Reviews &amp; Ratings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Verified customer ratings and testimonials dynamically compute provider average ratings and build community trust.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3931920"/>
            <a:ext cx="3429000" cy="73152"/>
          </a:xfrm>
          <a:prstGeom prst="rect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SECURITY &amp; AUTHENTICATION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Security Architecture &amp; Access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Local Services Marketplace • MERN Stack Mini Project • Live on Vercel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29000" cy="43891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20040"/>
          <a:lstStyle/>
          <a:p>
            <a:pPr algn="ctr">
              <a:defRPr sz="1700" b="1">
                <a:solidFill>
                  <a:srgbClr val="0F172A"/>
                </a:solidFill>
                <a:latin typeface="Calibri"/>
              </a:defRPr>
            </a:pPr>
            <a:r>
              <a:t>JWT Authentication Flow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• Stateless token-based authentication eliminates server-side session bloat.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• Tokens issued upon registration/login and stored securely on client.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• Client attaches 'Authorization: Bearer &lt;token&gt;' to every authenticated request.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• Tokens are signed with a server secret key and have configurable expiration.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3429000" cy="914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429000" cy="43891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20040"/>
          <a:lstStyle/>
          <a:p>
            <a:pPr algn="ctr">
              <a:defRPr sz="1700" b="1">
                <a:solidFill>
                  <a:srgbClr val="0F172A"/>
                </a:solidFill>
                <a:latin typeface="Calibri"/>
              </a:defRPr>
            </a:pPr>
            <a:r>
              <a:t>Role-Based Access Control (RBAC)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• Strict separation of privileges between 'Customer' and 'Provider' accounts.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• Protected React Routes (`PrivateRoute`) redirect unauthorized visitors.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• Backend middleware verifies token payload and enforces role boundaries.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• Customers cannot tamper with provider schedules; providers only see their own bookings.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645920"/>
            <a:ext cx="3429000" cy="91440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429000" cy="43891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20040"/>
          <a:lstStyle/>
          <a:p>
            <a:pPr algn="ctr">
              <a:defRPr sz="1700" b="1">
                <a:solidFill>
                  <a:srgbClr val="0F172A"/>
                </a:solidFill>
                <a:latin typeface="Calibri"/>
              </a:defRPr>
            </a:pPr>
            <a:r>
              <a:t>Password &amp; Data Hardening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• Passwords hashed using bcryptjs with 10 salt rounds before database persistence.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• CORS configured to prevent cross-origin scripting attacks.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• Input sanitation and validation on all booking and provider profile forms.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• Mongoose schema type safety prevents NoSQL injection exploits.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645920"/>
            <a:ext cx="3429000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DEPLOYMENT &amp; HOSTING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Live Cloud Deployment &amp; DevOps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Local Services Marketplace • MERN Stack Mini Project • Live on Vercel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57800" cy="43891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20040" rIns="274320"/>
          <a:lstStyle/>
          <a:p>
            <a:pPr algn="ctr">
              <a:defRPr sz="1800" b="1">
                <a:solidFill>
                  <a:srgbClr val="2563EB"/>
                </a:solidFill>
                <a:latin typeface="Calibri"/>
              </a:defRPr>
            </a:pPr>
            <a:r>
              <a:t>Frontend Deployment (Vercel Edge)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Live URL: https://local-services-frontend-eight.vercel.app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Build Tool: Vite (Production bundle built in 163ms)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SPA Routing: Configured vercel.json rewrites for seamless client-side routing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Optimization: Gzipped chunks, tree-shaking, lazy-loaded components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CDN Network: Global edge caching providing instant page load times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42255" cy="43891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20040" rIns="274320"/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Backend &amp; Database (Serverless + Atlas)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Live API URL: https://backend-rho-umber-15.vercel.app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Database Cluster: MongoDB Atlas Cloud Cluster (Database: 'localservices')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Serverless DB Pooling: Cached Mongoose connection prevents socket exhaustion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CORS Security: Whitelist supporting localhost and *.vercel.app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SSL/TLS: End-to-end HTTPS encryption by default on all endpoints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RESULTS &amp;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Project Results &amp; Key Deliverables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Local Services Marketplace • MERN Stack Mini Project • Live on Vercel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5780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274320" tIns="320040"/>
          <a:lstStyle/>
          <a:p>
            <a:pPr algn="ctr">
              <a:defRPr sz="1700" b="1">
                <a:solidFill>
                  <a:srgbClr val="0F172A"/>
                </a:solidFill>
                <a:latin typeface="Calibri"/>
              </a:defRPr>
            </a:pPr>
            <a:r>
              <a:t>100% Functional MERN Stack</a:t>
            </a:r>
          </a:p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Achieved full CRUD operations across Providers, Bookings, Reviews, and Users with zero breaking bugs.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137160" cy="20116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1645920"/>
            <a:ext cx="525780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274320" tIns="320040"/>
          <a:lstStyle/>
          <a:p>
            <a:pPr algn="ctr">
              <a:defRPr sz="1700" b="1">
                <a:solidFill>
                  <a:srgbClr val="0F172A"/>
                </a:solidFill>
                <a:latin typeface="Calibri"/>
              </a:defRPr>
            </a:pPr>
            <a:r>
              <a:t>102 Active Seeded Providers</a:t>
            </a:r>
          </a:p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Realistic testing database spanning 10 Indian states with full address, phone, pricing, and availability records.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645920"/>
            <a:ext cx="137160" cy="201168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25780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274320" tIns="320040"/>
          <a:lstStyle/>
          <a:p>
            <a:pPr algn="ctr">
              <a:defRPr sz="1700" b="1">
                <a:solidFill>
                  <a:srgbClr val="0F172A"/>
                </a:solidFill>
                <a:latin typeface="Calibri"/>
              </a:defRPr>
            </a:pPr>
            <a:r>
              <a:t>Interactive Booking Workflow</a:t>
            </a:r>
          </a:p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End-to-end customer booking, status updates, time slot reservation, and provider appointment confirmation.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931920"/>
            <a:ext cx="137160" cy="201168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2200" y="3931920"/>
            <a:ext cx="525780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274320" tIns="320040"/>
          <a:lstStyle/>
          <a:p>
            <a:pPr algn="ctr">
              <a:defRPr sz="1700" b="1">
                <a:solidFill>
                  <a:srgbClr val="0F172A"/>
                </a:solidFill>
                <a:latin typeface="Calibri"/>
              </a:defRPr>
            </a:pPr>
            <a:r>
              <a:t>Production Cloud Hosting</a:t>
            </a:r>
          </a:p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Fully hosted with custom environment configurations on Vercel and MongoDB Atlas with zero hosting costs.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3931920"/>
            <a:ext cx="137160" cy="2011680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CONCLUSION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Future Scope &amp;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Local Services Marketplace • MERN Stack Mini Project • Live on Vercel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57800" cy="43891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20040"/>
          <a:lstStyle/>
          <a:p>
            <a:pPr algn="ctr">
              <a:defRPr sz="1800" b="1">
                <a:solidFill>
                  <a:srgbClr val="2563EB"/>
                </a:solidFill>
                <a:latin typeface="Calibri"/>
              </a:defRPr>
            </a:pPr>
            <a:r>
              <a:t>Future Roadmap &amp; Enhancements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• Online Payment Gateway: Integration with Razorpay / Stripe for advance deposits and instant checkout.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• Live Geolocation Tracking: Google Maps Platform integration for interactive maps and distance-based provider filtering.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• Instant Notifications: Automated SMS / WhatsApp appointment alerts and reminders via Twilio.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• Real-Time Chat: Socket.io bidirectional messaging between customer and technician.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• Native Mobile Apps: React Native cross-platform mobile client for Android and iOS.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42255" cy="43891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20040"/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Project Conclusion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✓ Successfully developed and deployed a scalable, full-stack marketplace connecting local service professionals with customers.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✓ Demonstrates comprehensive mastery of modern MERN stack development, RESTful APIs, JWT security, and cloud deployment.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✓ Real-world data architecture with 102 providers establishes realistic operational readiness.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✓ Delivered a live, publicly accessible product ready for academic evaluation and real-world demonstration.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72865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  <a:p>
            <a:pPr algn="ctr">
              <a:defRPr sz="2200" b="1">
                <a:solidFill>
                  <a:srgbClr val="0EA5E9"/>
                </a:solidFill>
                <a:latin typeface="Calibri"/>
              </a:defRPr>
            </a:pPr>
            <a:r>
              <a:t>Questions &amp; Answers</a:t>
            </a:r>
          </a:p>
          <a:p>
            <a:br/>
            <a:pPr algn="ctr">
              <a:defRPr sz="1400">
                <a:solidFill>
                  <a:srgbClr val="94A3B8"/>
                </a:solidFill>
                <a:latin typeface="Calibri"/>
              </a:defRPr>
            </a:pPr>
            <a:r>
              <a:t>Live Project: https://local-services-frontend-eight.vercel.app</a:t>
            </a:r>
            <a:br/>
            <a:r>
              <a:t>GitHub: https://github.com/Samarth-Satoddi/MINI-PROJECT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